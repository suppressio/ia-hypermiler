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 con una frase sola: IA Hypermiler è un'app desktop che monitora quanto consumo dei miei token AI (Claude e GitHub Copilot) e mi dice qual è il budget giornaliero giusto per non restare a secco prima del rinnovo. Il punto della presentazione non è tanto il prodotto in sé, quanto il metodo: è stato sviluppato al 100% con un approccio AI-native, spec, piano, agente. Lo racconto nelle prossime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metodo si regge su tre pilastri. Primo, una spec vivente: CLAUDE.md, che io rileggo integralmente prima di ogni intervento e che aggiorno a fine sessione con lo stato reale del progetto, non con quello desiderato. Secondo, un piano a fasi, PLAN.md, che divide il lavoro in tre giornate con obiettivi e criteri di uscita chiari per ciascuna. Terzo, uno sviluppo assistito da agente con un gate esplicito: per ogni nuova funzionalità, prima si descrive il piano e si aspetta conferma, poi si scrive codice. Una nota di onestà intellettuale: non abbiamo costruito skill riutilizzabili né server MCP dentro il prodotto — l'uso di agenti è stato nel processo con cui abbiamo lavorato, non nell'architettura runtime dell'app.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giornate, ciascuna con un gate di validazione prima di procedere. Giorno uno: ricerca sulle API, poi architettura, poi lo scheletro Electron con dati finti, per avere subito qualcosa di visibile. Giorno due: i servizi reali per Claude e Copilot e il motore di calcolo del budget — e qui è successo qualcosa non pianificato: a metà sviluppo ho chiesto di migrare tutto da JavaScript a TypeScript. Non era nel piano iniziale, ma il metodo lo ha assorbito senza rompersi: è la prova che il processo era davvero iterativo, non solo sulla carta. Giorno tre, quello in cui siamo ora: la pipeline CI multipiattaforma è definita ma non ancora eseguita su GitHub reale, restano notifiche, robustezza e una code review con subagent ancora da fare.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per me la parte più interessante di tutto il progetto. Nella prima sessione del Giorno 1, prima ancora di aprire un editor, ho lanciato un agente con accesso a web search e al filesystem con un compito solo: capire se le API di Claude e Copilot permettono davvero a un developer di monitorare da solo il proprio consumo. La ricerca è stata corretta due volte in corsa: prima l'ho ampliata per coprire anche account aziendali e SSO, poi l'ho ristretta di nuovo perché mi ero spiegato male — il caso d'uso è il singolo developer, non un admin che controlla un team, e ho chiesto di rimuovere quello scenario anche dall'appendice. Il risultato, in RESEARCH.md: per Claude un endpoint interno con la sessione funziona anche con seat aziendale; per Copilot la via ufficiale copre solo i piani personali, con seat aziendale esiste solo un workaround non documentato, che abbiamo segnato chiaramente come sperimentale.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 punto di vista tecnico: Electron con la separazione classica main/preload/renderer, sicurezza sempre attiva — nodeIntegration disattivato, contextIsolation attivo. Il codice è in TypeScript strict, senza usare mai il tipo any. Un punto di design nato direttamente dalla ricerca: Claude non ha un totale unico di token, ma più finestre di quota in percentuale; Copilot invece un contatore assoluto — quindi il modello dati gestisce entrambi i casi. Se una chiamata alle API fallisce, l'app mostra l'ultimo dato noto con un timestamp, mai una schermata bianca. Trentaquattro test unitari passano, mockando la rete. La pipeline CI su GitHub Actions è definita per macOS, Windows e Linux, ma non è ancora stata eseguita su GitHub vero: lo dichiaro apertamente nella prossima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chiudere, lo stato reale, senza abbellirlo: è fatto tutto il percorso di ricerca, l'architettura, lo scheletro, i servizi reali per Claude e Copilot, la migrazione a TypeScript e trentaquattro test unitari che passano. È in corso l'agente dei consigli, ancora uno stub, e la pipeline CI, definita ma mai davvero eseguita su GitHub. Restano da fare le notifiche e la robustezza del Giorno 3, una code review con subagent, e la verifica con account Claude e Copilot reali. Siamo a inizio del terzo ed ultimo giorno pianificato: è normale non aver ancora finito. Il punto che mi interessa lasciarvi è che tutto quello che vedete è stato guidato dalla spec e dalla ricerca, non il contrario.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A9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PROGETTO DI FINE CORSO — AI-BASED 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2542032"/>
            <a:ext cx="110578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800" b="1" spc="-3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Hypermiler: il budget dei token, sviluppato al 100% con metodo AI-native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4160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9D6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desktop Electron che monitora il consumo di token AI (Claude e GitHub Copilot) e calcola un budget giornaliero ottimale per non esaurire la quota prima del rinnovo.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Daniele Del Brocco</a:t>
            </a:r>
            <a:endParaRPr lang="en-US" sz="1100" dirty="0"/>
          </a:p>
        </p:txBody>
      </p:sp>
      <p:pic>
        <p:nvPicPr>
          <p:cNvPr id="7" name="Image 0" descr="/tmp/deck/assets/spectrum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7416"/>
            <a:ext cx="12191695" cy="100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1727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METODO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30" kern="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 metodo: una spec vivente, un piano a fasi, uno sviluppo agent-assisted</a:t>
            </a:r>
            <a:endParaRPr lang="en-US" sz="3000" dirty="0"/>
          </a:p>
        </p:txBody>
      </p:sp>
      <p:pic>
        <p:nvPicPr>
          <p:cNvPr id="5" name="Image 0" descr="/tmp/deck/assets/spectrum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57416"/>
            <a:ext cx="12191695" cy="100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2514600"/>
            <a:ext cx="3472586" cy="2331720"/>
          </a:xfrm>
          <a:prstGeom prst="roundRect">
            <a:avLst>
              <a:gd name="adj" fmla="val 5490"/>
            </a:avLst>
          </a:prstGeom>
          <a:solidFill>
            <a:srgbClr val="F7F9FB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770632"/>
            <a:ext cx="29605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9605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CLAUDE.md: letto integralmente prima di ogni intervento, aggiornato a fine di ogni sessione con lo stato di avanzamento reale.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9554" y="2514600"/>
            <a:ext cx="3472586" cy="2331720"/>
          </a:xfrm>
          <a:prstGeom prst="roundRect">
            <a:avLst>
              <a:gd name="adj" fmla="val 5490"/>
            </a:avLst>
          </a:prstGeom>
          <a:solidFill>
            <a:srgbClr val="F7F9FB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5586" y="2770632"/>
            <a:ext cx="29605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Piano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615586" y="3291840"/>
            <a:ext cx="29605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PLAN.md a fasi: tre giorni, sessioni da circa due ore, con obiettivi e criteri di fine giornata espliciti per ciascuna.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52181" y="2514600"/>
            <a:ext cx="3472586" cy="2331720"/>
          </a:xfrm>
          <a:prstGeom prst="roundRect">
            <a:avLst>
              <a:gd name="adj" fmla="val 5490"/>
            </a:avLst>
          </a:prstGeom>
          <a:solidFill>
            <a:srgbClr val="F7F9FB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08213" y="2770632"/>
            <a:ext cx="29605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08213" y="3291840"/>
            <a:ext cx="29605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Sviluppo assistito da agente con un gate esplicito: il piano va descritto e approvato prima di scrivere qualunque codice.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i="1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 di scopo:  </a:t>
            </a:r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questo progetto l'assistenza AI è stata nel processo di sviluppo (ricerca, pianificazione, revisione) — non ci sono skill riutilizzabili né server MCP nell'architettura del prodotto stesso.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1727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30" kern="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 giorni, tre fasi: un gate di validazione prima di ogni passo</a:t>
            </a:r>
            <a:endParaRPr lang="en-US" sz="3000" dirty="0"/>
          </a:p>
        </p:txBody>
      </p:sp>
      <p:pic>
        <p:nvPicPr>
          <p:cNvPr id="5" name="Image 0" descr="/tmp/deck/assets/spectrum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57416"/>
            <a:ext cx="12191695" cy="100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2468880"/>
            <a:ext cx="3490874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268833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Giorno 1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04672" y="3090672"/>
            <a:ext cx="3015386" cy="310896"/>
          </a:xfrm>
          <a:prstGeom prst="roundRect">
            <a:avLst>
              <a:gd name="adj" fmla="val 50000"/>
            </a:avLst>
          </a:prstGeom>
          <a:solidFill>
            <a:srgbClr val="E1F3EA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090672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E9E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Completato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4672" y="3547872"/>
            <a:ext cx="30153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Ricerca API (RESEARCH.md)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architettura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Scheletro Electron, dati mock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0410" y="2468880"/>
            <a:ext cx="3490874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88154" y="268833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Giorno 2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8154" y="3090672"/>
            <a:ext cx="3015386" cy="310896"/>
          </a:xfrm>
          <a:prstGeom prst="roundRect">
            <a:avLst>
              <a:gd name="adj" fmla="val 50000"/>
            </a:avLst>
          </a:prstGeom>
          <a:solidFill>
            <a:srgbClr val="FDF0DA"/>
          </a:solidFill>
          <a:ln/>
        </p:spPr>
      </p:sp>
      <p:sp>
        <p:nvSpPr>
          <p:cNvPr id="14" name="Text 11"/>
          <p:cNvSpPr/>
          <p:nvPr/>
        </p:nvSpPr>
        <p:spPr>
          <a:xfrm>
            <a:off x="4588154" y="3090672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9A6B0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Completato, con adattamento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88154" y="3547872"/>
            <a:ext cx="30153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Servizi reali Claude/Copilot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Motore di budget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Migrazione a TypeScript non pianificata, richiesta a metà sviluppo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33893" y="2468880"/>
            <a:ext cx="3490874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371637" y="268833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Giorno 3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371637" y="3090672"/>
            <a:ext cx="3015386" cy="310896"/>
          </a:xfrm>
          <a:prstGeom prst="roundRect">
            <a:avLst>
              <a:gd name="adj" fmla="val 50000"/>
            </a:avLst>
          </a:prstGeom>
          <a:solidFill>
            <a:srgbClr val="FDF0DA"/>
          </a:solidFill>
          <a:ln/>
        </p:spPr>
      </p:sp>
      <p:sp>
        <p:nvSpPr>
          <p:cNvPr id="19" name="Text 16"/>
          <p:cNvSpPr/>
          <p:nvPr/>
        </p:nvSpPr>
        <p:spPr>
          <a:xfrm>
            <a:off x="8371637" y="3090672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9A6B0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corso — siamo qui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371637" y="3547872"/>
            <a:ext cx="30153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 GitHub Actions definita, mai eseguita su GitHub reale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Notifiche e robustezza da fare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Subagent review pianificata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1727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GIORNO 1 — SESSIONE DI RICERCA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30" kern="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 cuore del metodo: la ricerca prima del codice</a:t>
            </a:r>
            <a:endParaRPr lang="en-US" sz="3000" dirty="0"/>
          </a:p>
        </p:txBody>
      </p:sp>
      <p:pic>
        <p:nvPicPr>
          <p:cNvPr id="5" name="Image 0" descr="/tmp/deck/assets/spectrum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57416"/>
            <a:ext cx="12191695" cy="100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4231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 di scrivere una riga di codice, un agente con web search e accesso al filesystem ha verificato se le API di Claude e GitHub Copilot espongono davvero dati di utilizzo self-service per un singolo developer.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3291840"/>
            <a:ext cx="3490874" cy="1417320"/>
          </a:xfrm>
          <a:prstGeom prst="roundRect">
            <a:avLst>
              <a:gd name="adj" fmla="val 9032"/>
            </a:avLst>
          </a:prstGeom>
          <a:solidFill>
            <a:srgbClr val="F7F9FB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3493008"/>
            <a:ext cx="3051962" cy="292608"/>
          </a:xfrm>
          <a:prstGeom prst="roundRect">
            <a:avLst>
              <a:gd name="adj" fmla="val 50000"/>
            </a:avLst>
          </a:prstGeom>
          <a:solidFill>
            <a:srgbClr val="FDF0D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3493008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9A6B0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 CORREZIONE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6384" y="3895344"/>
            <a:ext cx="30519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ampliato: gestire anche account aziendali e login SSO, non solo piani personali.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50410" y="3291840"/>
            <a:ext cx="3490874" cy="1417320"/>
          </a:xfrm>
          <a:prstGeom prst="roundRect">
            <a:avLst>
              <a:gd name="adj" fmla="val 9032"/>
            </a:avLst>
          </a:prstGeom>
          <a:solidFill>
            <a:srgbClr val="F7F9FB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9866" y="3493008"/>
            <a:ext cx="3051962" cy="292608"/>
          </a:xfrm>
          <a:prstGeom prst="roundRect">
            <a:avLst>
              <a:gd name="adj" fmla="val 50000"/>
            </a:avLst>
          </a:prstGeom>
          <a:solidFill>
            <a:srgbClr val="FDF0DA"/>
          </a:solidFill>
          <a:ln/>
        </p:spPr>
      </p:sp>
      <p:sp>
        <p:nvSpPr>
          <p:cNvPr id="13" name="Text 10"/>
          <p:cNvSpPr/>
          <p:nvPr/>
        </p:nvSpPr>
        <p:spPr>
          <a:xfrm>
            <a:off x="4569866" y="3493008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9A6B0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SECONDA CORREZIONE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69866" y="3895344"/>
            <a:ext cx="30519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ristretto di nuovo: l'utilizzatore è il singolo developer che monitora il proprio credito — lo scenario “admin che monitora un team” è stato rimosso anche dall'appendice.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33893" y="3291840"/>
            <a:ext cx="3490874" cy="1417320"/>
          </a:xfrm>
          <a:prstGeom prst="roundRect">
            <a:avLst>
              <a:gd name="adj" fmla="val 9032"/>
            </a:avLst>
          </a:prstGeom>
          <a:solidFill>
            <a:srgbClr val="F7F9FB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53349" y="3493008"/>
            <a:ext cx="3051962" cy="292608"/>
          </a:xfrm>
          <a:prstGeom prst="roundRect">
            <a:avLst>
              <a:gd name="adj" fmla="val 50000"/>
            </a:avLst>
          </a:prstGeom>
          <a:solidFill>
            <a:srgbClr val="E1F3EA"/>
          </a:solidFill>
          <a:ln/>
        </p:spPr>
      </p:sp>
      <p:sp>
        <p:nvSpPr>
          <p:cNvPr id="17" name="Text 14"/>
          <p:cNvSpPr/>
          <p:nvPr/>
        </p:nvSpPr>
        <p:spPr>
          <a:xfrm>
            <a:off x="8353349" y="3493008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E9E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RISULTATO — RESEARCH.md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353349" y="3895344"/>
            <a:ext cx="30519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Claude: sì, via endpoint interno con sessione, anche con seat aziendale. Copilot: sì con piano personale; con seat aziendale solo workaround non ufficiale, segnalato come best-effort.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1727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24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ARCHITETTURA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30" kern="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Architettura e stato tecnico: Electron, TypeScript, test, CI</a:t>
            </a:r>
            <a:endParaRPr lang="en-US" sz="3000" dirty="0"/>
          </a:p>
        </p:txBody>
      </p:sp>
      <p:pic>
        <p:nvPicPr>
          <p:cNvPr id="5" name="Image 0" descr="/tmp/deck/assets/spectrum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57416"/>
            <a:ext cx="12191695" cy="100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2423160"/>
            <a:ext cx="512064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4">
                <a:alpha val="28000"/>
              </a:srgbClr>
            </a:outerShdw>
          </a:effectLst>
        </p:spPr>
      </p:sp>
      <p:pic>
        <p:nvPicPr>
          <p:cNvPr id="7" name="Image 1" descr="/tmp/deck/assets/screenshot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45269"/>
            <a:ext cx="4828032" cy="352194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53328" y="2731008"/>
            <a:ext cx="82296" cy="82296"/>
          </a:xfrm>
          <a:prstGeom prst="rect">
            <a:avLst/>
          </a:prstGeom>
          <a:solidFill>
            <a:srgbClr val="0A9CD8"/>
          </a:solidFill>
          <a:ln/>
        </p:spPr>
      </p:sp>
      <p:sp>
        <p:nvSpPr>
          <p:cNvPr id="9" name="Text 5"/>
          <p:cNvSpPr/>
          <p:nvPr/>
        </p:nvSpPr>
        <p:spPr>
          <a:xfrm>
            <a:off x="6291072" y="2468880"/>
            <a:ext cx="533369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Electron: main / preload / renderer — nodeIntegration false, contextIsolation true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53328" y="3310128"/>
            <a:ext cx="82296" cy="82296"/>
          </a:xfrm>
          <a:prstGeom prst="rect">
            <a:avLst/>
          </a:prstGeom>
          <a:solidFill>
            <a:srgbClr val="0A9CD8"/>
          </a:solidFill>
          <a:ln/>
        </p:spPr>
      </p:sp>
      <p:sp>
        <p:nvSpPr>
          <p:cNvPr id="11" name="Text 7"/>
          <p:cNvSpPr/>
          <p:nvPr/>
        </p:nvSpPr>
        <p:spPr>
          <a:xfrm>
            <a:off x="6291072" y="3048000"/>
            <a:ext cx="533369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 strict, zero any nel codebase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53328" y="3889248"/>
            <a:ext cx="82296" cy="82296"/>
          </a:xfrm>
          <a:prstGeom prst="rect">
            <a:avLst/>
          </a:prstGeom>
          <a:solidFill>
            <a:srgbClr val="0A9CD8"/>
          </a:solidFill>
          <a:ln/>
        </p:spPr>
      </p:sp>
      <p:sp>
        <p:nvSpPr>
          <p:cNvPr id="13" name="Text 9"/>
          <p:cNvSpPr/>
          <p:nvPr/>
        </p:nvSpPr>
        <p:spPr>
          <a:xfrm>
            <a:off x="6291072" y="3627120"/>
            <a:ext cx="533369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Modello multi-finestra di quota: percentuale per Claude, contatore per Copilot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53328" y="4468368"/>
            <a:ext cx="82296" cy="82296"/>
          </a:xfrm>
          <a:prstGeom prst="rect">
            <a:avLst/>
          </a:prstGeom>
          <a:solidFill>
            <a:srgbClr val="0A9CD8"/>
          </a:solidFill>
          <a:ln/>
        </p:spPr>
      </p:sp>
      <p:sp>
        <p:nvSpPr>
          <p:cNvPr id="15" name="Text 11"/>
          <p:cNvSpPr/>
          <p:nvPr/>
        </p:nvSpPr>
        <p:spPr>
          <a:xfrm>
            <a:off x="6291072" y="4206240"/>
            <a:ext cx="533369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Fallback sull'ultimo dato noto con timestamp se una fetch fallisce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53328" y="5047488"/>
            <a:ext cx="82296" cy="82296"/>
          </a:xfrm>
          <a:prstGeom prst="rect">
            <a:avLst/>
          </a:prstGeom>
          <a:solidFill>
            <a:srgbClr val="0A9CD8"/>
          </a:solidFill>
          <a:ln/>
        </p:spPr>
      </p:sp>
      <p:sp>
        <p:nvSpPr>
          <p:cNvPr id="17" name="Text 13"/>
          <p:cNvSpPr/>
          <p:nvPr/>
        </p:nvSpPr>
        <p:spPr>
          <a:xfrm>
            <a:off x="6291072" y="4785360"/>
            <a:ext cx="533369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 test unitari passati (node:test, nessuna chiamata di rete)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53328" y="5626608"/>
            <a:ext cx="82296" cy="82296"/>
          </a:xfrm>
          <a:prstGeom prst="rect">
            <a:avLst/>
          </a:prstGeom>
          <a:solidFill>
            <a:srgbClr val="0A9CD8"/>
          </a:solidFill>
          <a:ln/>
        </p:spPr>
      </p:sp>
      <p:sp>
        <p:nvSpPr>
          <p:cNvPr id="19" name="Text 15"/>
          <p:cNvSpPr/>
          <p:nvPr/>
        </p:nvSpPr>
        <p:spPr>
          <a:xfrm>
            <a:off x="6291072" y="5364480"/>
            <a:ext cx="533369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A3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 GitHub Actions definita (mac/win/linux) — non ancora eseguita su GitHub reale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A9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STATO ATTUALE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3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Dove siamo oggi: inizio del Giorno 3, con luci e ombre dichiarate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11057839" cy="713232"/>
          </a:xfrm>
          <a:prstGeom prst="roundRect">
            <a:avLst>
              <a:gd name="adj" fmla="val 12821"/>
            </a:avLst>
          </a:prstGeom>
          <a:solidFill>
            <a:srgbClr val="0E2841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6148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1F3E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61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E9E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Fatto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95728" y="2560320"/>
            <a:ext cx="8954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Ricerca API, architettura, scheletro, servizi reali Claude/Copilot, migrazione TypeScript, 34/34 test unitari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438144"/>
            <a:ext cx="11057839" cy="713232"/>
          </a:xfrm>
          <a:prstGeom prst="roundRect">
            <a:avLst>
              <a:gd name="adj" fmla="val 12821"/>
            </a:avLst>
          </a:prstGeom>
          <a:solidFill>
            <a:srgbClr val="0E2841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393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F0D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639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9A6B0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corso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95728" y="3438144"/>
            <a:ext cx="8954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Agente consigli ancora uno stub, pipeline CI definita ma mai eseguita su GitHub reale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57839" cy="713232"/>
          </a:xfrm>
          <a:prstGeom prst="roundRect">
            <a:avLst>
              <a:gd name="adj" fmla="val 12821"/>
            </a:avLst>
          </a:prstGeom>
          <a:solidFill>
            <a:srgbClr val="0E2841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171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AE1E6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517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8324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 fare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95728" y="4315968"/>
            <a:ext cx="8954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Notifiche e robustezza, code review con subagent, verifica con account Claude/Copilot reali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53309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Sviluppato al 100% con metodo AI-native: la spec e la ricerca hanno guidato il codice, non il contrario.</a:t>
            </a:r>
            <a:endParaRPr lang="en-US" sz="1400" dirty="0"/>
          </a:p>
        </p:txBody>
      </p:sp>
      <p:pic>
        <p:nvPicPr>
          <p:cNvPr id="18" name="Image 0" descr="/tmp/deck/assets/spectrum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7416"/>
            <a:ext cx="12191695" cy="100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2026-07-17T07:39:08Z</dcterms:created>
  <dcterms:modified xsi:type="dcterms:W3CDTF">2026-07-17T07:39:08Z</dcterms:modified>
</cp:coreProperties>
</file>